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one-liner: PRD in, evaluated CX agent out. Then the four differentiators on the bottom line. 15 seconds, don't linger.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Name the three pains. Land the italic line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map of the whole talk. Point at the two gates. Note stage 7 is a loop, not a step. Model-agnostic: Claude or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repositioning slide. Say: we don't reinvent Google's foundry skill — we sit above it. Our value is the interview gate, traceability, dual-emit, and quality bars; the official skills do the on-platform work. This is complementary, not competitive.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sweep. Don't read every card; highlight 2, 4, 5, 7. These are the artifacts the audience will see in the demo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tabs 00-&gt;03. At interview, emphasize it refuses to proceed. If doing a live run, stop after the interview questions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wins engineers. Same resources, two representations, kept in sync. Show both halves of 04-build-package.md.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requirement has at least one test, and coverage is a reported number. Thresholds come from the interview's KPIs.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closer. Walk the four steps. Emphasize: the fix generalizes, and the regression eval stays green in CI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Four reasons this is trustworthy. The rubric-bug story is a credibility builder — tell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the caveats out loud earns credibility with an engineering audience. Full risk list is in docs/REVIEW.md.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CTA. Paste the repo link in chat as the leave-behind. Feedback and PRs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79992" y="-14630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663440"/>
            <a:ext cx="3291840" cy="3291840"/>
          </a:xfrm>
          <a:prstGeom prst="ellipse">
            <a:avLst/>
          </a:prstGeom>
          <a:solidFill>
            <a:srgbClr val="141A4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STUDIO  ·  cxas-scrapi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CX Agent Builder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in  →  a designed, built &amp; evaluated CX Agent Studio agent out.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886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interview gate so it never builds on guesses   ·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console + cxas-scrapi output   ·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eval coverage   ·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debug loop that turns every bug into a regression test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217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·  presenter: Srikanth Pyaraka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PRD → agent is manual, inconsistent, and under-tested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017520"/>
          </a:xfrm>
          <a:prstGeom prst="roundRect">
            <a:avLst>
              <a:gd name="adj" fmla="val 2727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48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21488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Lossy translation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88036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hand-converts the PRD into agents, tools, guardrails. Details drop; two people build it two ways.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3017520"/>
          </a:xfrm>
          <a:prstGeom prst="roundRect">
            <a:avLst>
              <a:gd name="adj" fmla="val 2727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148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0" y="21488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Under-tested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288036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ship with a few happy-path checks. Edge cases, safety, and grounding go unverified.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3017520"/>
          </a:xfrm>
          <a:prstGeom prst="roundRect">
            <a:avLst>
              <a:gd name="adj" fmla="val 2727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148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006840" y="21488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Undocumented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66760" y="288036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traceability from requirement to design to test. When it breaks, nobody knows why.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1206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“PRD” and “a CX Agent Studio app you’d trust in production” is manual and lossy.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prompt pipeline — 7 stages, 2 hard gates, model-agnostic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359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039112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03704" y="228600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95144" y="2359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03704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03704" y="34107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GATE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02736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67328" y="228600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58768" y="2359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67328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66360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30952" y="228600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22392" y="2359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30952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29984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894576" y="228600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986016" y="2359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94576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93608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458200" y="228600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49640" y="2359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5820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58200" y="34107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GATE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857232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021824" y="228600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02C39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113264" y="2359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21824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0080" y="4160520"/>
            <a:ext cx="10908792" cy="1234440"/>
          </a:xfrm>
          <a:prstGeom prst="roundRect">
            <a:avLst>
              <a:gd name="adj" fmla="val 6667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443484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737360" y="4206240"/>
            <a:ext cx="9692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&amp; Fix  </a:t>
            </a:r>
            <a:pPr indent="0" marL="0">
              <a:buNone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(non-linear loop):  any bug or failing eval → reproduce → root cause → minimal fix → regression eval (RED→GREEN). Never reduces coverage.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top of the official cxas-scrapi skills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123444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37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package  —  decides WHAT to build, holds the quality bars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0120" y="2240280"/>
            <a:ext cx="1993392" cy="457200"/>
          </a:xfrm>
          <a:prstGeom prst="roundRect">
            <a:avLst>
              <a:gd name="adj" fmla="val 12000"/>
            </a:avLst>
          </a:prstGeom>
          <a:solidFill>
            <a:srgbClr val="141A4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/ normalize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99816" y="2240280"/>
            <a:ext cx="1993392" cy="457200"/>
          </a:xfrm>
          <a:prstGeom prst="roundRect">
            <a:avLst>
              <a:gd name="adj" fmla="val 12000"/>
            </a:avLst>
          </a:prstGeom>
          <a:solidFill>
            <a:srgbClr val="141A47"/>
          </a:solidFill>
          <a:ln/>
        </p:spPr>
      </p:sp>
      <p:sp>
        <p:nvSpPr>
          <p:cNvPr id="9" name="Text 7"/>
          <p:cNvSpPr/>
          <p:nvPr/>
        </p:nvSpPr>
        <p:spPr>
          <a:xfrm>
            <a:off x="3099816" y="224028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gate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239512" y="2240280"/>
            <a:ext cx="1993392" cy="457200"/>
          </a:xfrm>
          <a:prstGeom prst="roundRect">
            <a:avLst>
              <a:gd name="adj" fmla="val 12000"/>
            </a:avLst>
          </a:prstGeom>
          <a:solidFill>
            <a:srgbClr val="141A47"/>
          </a:solidFill>
          <a:ln/>
        </p:spPr>
      </p:sp>
      <p:sp>
        <p:nvSpPr>
          <p:cNvPr id="11" name="Text 9"/>
          <p:cNvSpPr/>
          <p:nvPr/>
        </p:nvSpPr>
        <p:spPr>
          <a:xfrm>
            <a:off x="5239512" y="224028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79208" y="2240280"/>
            <a:ext cx="1993392" cy="457200"/>
          </a:xfrm>
          <a:prstGeom prst="roundRect">
            <a:avLst>
              <a:gd name="adj" fmla="val 12000"/>
            </a:avLst>
          </a:prstGeom>
          <a:solidFill>
            <a:srgbClr val="141A47"/>
          </a:solidFill>
          <a:ln/>
        </p:spPr>
      </p:sp>
      <p:sp>
        <p:nvSpPr>
          <p:cNvPr id="13" name="Text 11"/>
          <p:cNvSpPr/>
          <p:nvPr/>
        </p:nvSpPr>
        <p:spPr>
          <a:xfrm>
            <a:off x="7379208" y="224028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Dual-emit (console + code)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518904" y="2240280"/>
            <a:ext cx="1993392" cy="457200"/>
          </a:xfrm>
          <a:prstGeom prst="roundRect">
            <a:avLst>
              <a:gd name="adj" fmla="val 12000"/>
            </a:avLst>
          </a:prstGeom>
          <a:solidFill>
            <a:srgbClr val="141A47"/>
          </a:solidFill>
          <a:ln/>
        </p:spPr>
      </p:sp>
      <p:sp>
        <p:nvSpPr>
          <p:cNvPr id="15" name="Text 13"/>
          <p:cNvSpPr/>
          <p:nvPr/>
        </p:nvSpPr>
        <p:spPr>
          <a:xfrm>
            <a:off x="9518904" y="224028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assessor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on-platform execution to  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429000"/>
            <a:ext cx="10908792" cy="1874520"/>
          </a:xfrm>
          <a:prstGeom prst="roundRect">
            <a:avLst>
              <a:gd name="adj" fmla="val 4390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0120" y="3566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cxas-scrapi Agent Skills  —  DO the building, evaluating, debugging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60120" y="4069080"/>
            <a:ext cx="19933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33272" y="418795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cxas-agent-foundry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272" y="4681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· eval · debug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99816" y="4069080"/>
            <a:ext cx="19933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72968" y="418795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cxas-sim-eval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172968" y="4681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goldens → SimulationEvals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39512" y="4069080"/>
            <a:ext cx="19933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312664" y="418795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cxas-dfcx-migration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12664" y="4681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DFCX → CXAS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79208" y="4069080"/>
            <a:ext cx="19933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52360" y="418795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cxas-cuj-report-generator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452360" y="4681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→ CUJ reports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518904" y="4069080"/>
            <a:ext cx="19933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592056" y="418795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cxas-loss-analysis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592056" y="4681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losses → regressions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 npx skills add googlecloudplatform/cxas-scrapi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stage emits a typed artifact — chained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7568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Ingest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532888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brief; every requirement gets an ID + priority. Flags UNKNOWNs, never invents.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38144" y="18745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94176" y="207568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Interview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94176" y="2532888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Batched, prioritized questions with defaults. Won’t design until P0s are answered.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8745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07568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Design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532888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→ agents → tools → guardrails; a traceability matrix (requirement → design → eval).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34272" y="18745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90304" y="207568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Build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290304" y="2532888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runbook AND cxas-scrapi config + Python + cxas push/lint. One source, two paths.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04164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Evals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6112" y="4498848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cxas eval types with KPI-tied thresholds. 100% requirement coverage.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38144" y="384048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94176" y="404164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 Validate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94176" y="4498848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cxas-lint self-audit (0 blockers) + deploy runbook + sign-off gate.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36208" y="384048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404164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 Debug &amp; Fix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498848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→ documented root cause + minimal fix + a new regression eval.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34272" y="384048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90304" y="404164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 Assessor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290304" y="4498848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 that scores ANY prompt vs. Anthropic best practices and rewrites it.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against CX Agent Studio’s own default sample (Cymbal)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sample: you can diff the generated architecture against the shipped app in the console — a built-in ground-truth check.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0320" cy="2011680"/>
          </a:xfrm>
          <a:prstGeom prst="roundRect">
            <a:avLst>
              <a:gd name="adj" fmla="val 4091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3957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00-prd.md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realistic, imperfect PRD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82112" y="27432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29000" y="2194560"/>
            <a:ext cx="2560320" cy="2011680"/>
          </a:xfrm>
          <a:prstGeom prst="roundRect">
            <a:avLst>
              <a:gd name="adj" fmla="val 4091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23957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brief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requirements; UNKNOWNs flagged (no KPI stated)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971032" y="27432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17920" y="2194560"/>
            <a:ext cx="2560320" cy="2011680"/>
          </a:xfrm>
          <a:prstGeom prst="roundRect">
            <a:avLst>
              <a:gd name="adj" fmla="val 4091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23957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interview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4652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 upsell policy + discount approval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759952" y="27432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006840" y="2194560"/>
            <a:ext cx="2560320" cy="2011680"/>
          </a:xfrm>
          <a:prstGeom prst="roundRect">
            <a:avLst>
              <a:gd name="adj" fmla="val 4091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440" y="23957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design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3544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+ upsell + out-of-scope agents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52628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526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wow moment:  </a:t>
            </a:r>
            <a:pPr indent="0" marL="0">
              <a:buNone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stage 2 it stops and asks — it interviews before it builds. Stop the live run right here.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SLIDE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resources, emitted twice — one source of 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Console runbook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542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teams building in the UI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9718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CX Agent Studio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 → agents → tools → guardrails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fallbacks + human handoff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where a human supplies secrets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87452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cxas-scrapi config-as-code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0" y="2542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CI/CD and version control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9718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pull/push directory tree (YAML)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Apps / Agents / Tools / Guardrails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cxas push  ·  cxas lint  (60+ rules)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resource cites its requirement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UI-built and CI/CD-built teams stay in sync from the same design.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DISCIPLINE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5 cxas eval types — 100% requirement coverage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766560" cy="603504"/>
          </a:xfrm>
          <a:prstGeom prst="roundRect">
            <a:avLst>
              <a:gd name="adj" fmla="val 13636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Goldens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11880" y="18745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conversations, expected outcomes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587752"/>
            <a:ext cx="6766560" cy="603504"/>
          </a:xfrm>
          <a:prstGeom prst="roundRect">
            <a:avLst>
              <a:gd name="adj" fmla="val 13636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58775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Simulations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11880" y="258775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personas incl. adversarial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6766560" cy="603504"/>
          </a:xfrm>
          <a:prstGeom prst="roundRect">
            <a:avLst>
              <a:gd name="adj" fmla="val 13636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30098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Tests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11880" y="33009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I/O, including failure paths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014216"/>
            <a:ext cx="6766560" cy="603504"/>
          </a:xfrm>
          <a:prstGeom prst="roundRect">
            <a:avLst>
              <a:gd name="adj" fmla="val 13636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01421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Callback Tests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401421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model + after-tool logic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27448"/>
            <a:ext cx="6766560" cy="603504"/>
          </a:xfrm>
          <a:prstGeom prst="roundRect">
            <a:avLst>
              <a:gd name="adj" fmla="val 13636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72744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Evals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11880" y="47274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tool, grounded answer, no PII leak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1874520"/>
            <a:ext cx="3657600" cy="3520440"/>
          </a:xfrm>
          <a:prstGeom prst="roundRect">
            <a:avLst>
              <a:gd name="adj" fmla="val 233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55280" y="22860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400" dirty="0"/>
          </a:p>
        </p:txBody>
      </p:sp>
      <p:sp>
        <p:nvSpPr>
          <p:cNvPr id="21" name="Text 19"/>
          <p:cNvSpPr/>
          <p:nvPr/>
        </p:nvSpPr>
        <p:spPr>
          <a:xfrm>
            <a:off x="7955280" y="3429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→ eval coverage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183880" y="397764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tie to KPIs: tool-call accuracy ≥ 0.95, 0 PII/card leaks, latency ≤ budget.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bug becomes a permanent test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BUG-01  ·  the agent upsold during checkout (Turn Eval TE-02 failed)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417320" y="1975104"/>
            <a:ext cx="10058400" cy="658368"/>
          </a:xfrm>
          <a:prstGeom prst="roundRect">
            <a:avLst>
              <a:gd name="adj" fmla="val 12500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45920" y="19751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975104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turn → “Would you like potting soil too?”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85292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417320" y="2816352"/>
            <a:ext cx="10058400" cy="658368"/>
          </a:xfrm>
          <a:prstGeom prst="roundRect">
            <a:avLst>
              <a:gd name="adj" fmla="val 12500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45920" y="2816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2816352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after_model suppressed upsell on complaints only — never on cart state.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94176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417320" y="3657600"/>
            <a:ext cx="10058400" cy="658368"/>
          </a:xfrm>
          <a:prstGeom prst="roundRect">
            <a:avLst>
              <a:gd name="adj" fmla="val 12500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645920" y="365760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 fix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365760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= complaint  →  complaint OR cart_state ∈ {checkout, payment}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535424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5354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417320" y="4498848"/>
            <a:ext cx="10058400" cy="658368"/>
          </a:xfrm>
          <a:prstGeom prst="roundRect">
            <a:avLst>
              <a:gd name="adj" fmla="val 12500"/>
            </a:avLst>
          </a:prstGeom>
          <a:solidFill>
            <a:srgbClr val="EAF7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645920" y="449884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eval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449884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Turn Eval TE-02b: RED before → GREEN after. Coverage R4: 1 → 2.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targets the cause and generalizes — not a hard-coded test patch.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HOLDS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discipline, not a clever one-shot prompt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2103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Traceability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57860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→ design → eval, with coverage as a number.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3317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2103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57860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route through tools; guardrails on every agent.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0233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37360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Self-auditing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427024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assessor scores the prompts — it even caught a bug in its own rubric.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0233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0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lifecycle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427024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through debug/regression, not just generation.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TALK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caveats — say these, they build trust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BEEE6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214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9842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 are authored reference 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198424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conform to the contracts and are QA’d, but aren’t a live transcript yet. Labeled as such.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644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1272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 the scrapi API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0" y="312724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names follow the docs; verify against your installed cxas-scrapi version. Smoke test on the roadmap.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60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2F6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4074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2702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Ground-truth has a shelf life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43600" y="427024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“One sample agent, Nov 2025” and eval names will drift — re-verify per release.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Agent Builder  ·  github.com/srikanthpyaraka/cxas-prompt-pipeline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840480" cy="3840480"/>
          </a:xfrm>
          <a:prstGeom prst="ellipse">
            <a:avLst/>
          </a:prstGeom>
          <a:solidFill>
            <a:srgbClr val="141A47"/>
          </a:solidFill>
          <a:ln/>
        </p:spPr>
      </p:sp>
      <p:sp>
        <p:nvSpPr>
          <p:cNvPr id="3" name="Shape 1"/>
          <p:cNvSpPr/>
          <p:nvPr/>
        </p:nvSpPr>
        <p:spPr>
          <a:xfrm>
            <a:off x="9628632" y="4480560"/>
            <a:ext cx="3840480" cy="3840480"/>
          </a:xfrm>
          <a:prstGeom prst="ellipse">
            <a:avLst/>
          </a:prstGeom>
          <a:solidFill>
            <a:srgbClr val="141A4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on a real PRD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→ point stage 1 at your PRD → answer the interview.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a console runbook, cxas-scrapi config, and a runnable eval suite.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an agent and run stage 7 — you get a root cause and a regression test.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github.com/srikanthpyaraka/cxas-prompt-pipeline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166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 README → How to run  ·  Present:  docs/DEMO-RUNSHEET.md  ·  Review:  docs/REVIEW.md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CX Agent Builder — Demo</dc:title>
  <dc:subject>PptxGenJS Presentation</dc:subject>
  <dc:creator>CX Agent Builder</dc:creator>
  <cp:lastModifiedBy>CX Agent Builder</cp:lastModifiedBy>
  <cp:revision>1</cp:revision>
  <dcterms:created xsi:type="dcterms:W3CDTF">2026-07-06T02:35:33Z</dcterms:created>
  <dcterms:modified xsi:type="dcterms:W3CDTF">2026-07-06T02:35:33Z</dcterms:modified>
</cp:coreProperties>
</file>