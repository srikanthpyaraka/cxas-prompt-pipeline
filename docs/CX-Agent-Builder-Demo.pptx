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PRD in, evaluated CX agent out. Then the four differentiators on the bottom line. 15 seconds, don't linger.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Name the three pains. Land the italic line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of the whole talk. Point at the two gates. Note stage 7 is a loop, not a step. Model-agnostic: Claude or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sweep. Don't read every card; highlight 2, 4, 5, 7. These are the artifacts the audience will see in the demo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tabs 00-&gt;03. At interview, emphasize it refuses to proceed. If doing a live run, stop after the interview questions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engineers. Same resources, two representations, kept in sync. Show both halves of 04-build-package.md.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requirement has at least one test, and coverage is a reported number. Thresholds come from the interview's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closer. Walk the four steps. Emphasize: the fix generalizes, and the regression eval stays green in CI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Four reasons this is trustworthy. The rubric-bug story is a credibility builder — tell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the caveats out loud earns credibility with an engineering audience. Full risk list is in docs/REVIEW.md.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CTA. Paste the repo link in chat as the leave-behind. Feedback and PRs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STUDIO  ·  cxas-scrapi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 Agent Builder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in  →  a designed, built &amp; evaluated CX Agent Studio agent out.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interview gate so it never builds on guesses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console + cxas-scrapi output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eval coverage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 loop that turns every bug into a regression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presenter: Srikanth Pyaraka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 → agent is manual, inconsistent, and under-tested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Lossy translation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hand-converts the PRD into agents, tools, guardrails. Details drop; two people build it two ways.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Under-tested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ship with a few happy-path checks. Edge cases, safety, and grounding go unverified.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017520"/>
          </a:xfrm>
          <a:prstGeom prst="roundRect">
            <a:avLst>
              <a:gd name="adj" fmla="val 272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Undocumented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 from requirement to design to test. When it breaks, nobody knows why.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“PRD” and “a CX Agent Studio app you’d trust in production” is manual and lossy.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pipeline — 7 stages, 2 hard gates, model-agnostic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39112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3704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95144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03704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03704" y="3410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2736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67328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58768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0952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22392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0952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9984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94576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86016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93608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58200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58200" y="34107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57232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21824" y="228600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113264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21824" y="2606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" y="4434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737360" y="42062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Fix  </a:t>
            </a:r>
            <a:pPr indent="0" marL="0">
              <a:buNone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(non-linear loop):  any bug or failing eval → reproduce → root cause → minimal fix → regression eval (RED→GREEN). Never reduces coverage.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emits a typed artifact — chained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756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Ingest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53288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brief; every requirement gets an ID + priority. Flags UNKNOWNs, never invents.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8144" y="18745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94176" y="20756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Interview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94176" y="253288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Batched, prioritized questions with defaults. Won’t design until P0s are answered.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8745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756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53288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agents → tools → guardrails; a traceability matrix (requirement → design → eval).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34272" y="187452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0304" y="207568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90304" y="253288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runbook AND cxas-scrapi config + Python + cxas push/lint. One source, two paths.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0416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Evals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449884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cxas eval types with KPI-tied thresholds. 100% requirement coverage.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38144" y="384048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94176" y="40416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 Validate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94176" y="449884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cxas-lint self-audit (0 blockers) + deploy runbook + sign-off gate.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384048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0416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Debug &amp; Fix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49884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→ documented root cause + minimal fix + a new regression eval.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34272" y="3840480"/>
            <a:ext cx="2670048" cy="1737360"/>
          </a:xfrm>
          <a:prstGeom prst="roundRect">
            <a:avLst>
              <a:gd name="adj" fmla="val 4737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90304" y="40416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Assessor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90304" y="4498848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scores ANY prompt vs. Anthropic best practices and rewrites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against CX Agent Studio’s own default sample (Cymbal)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sample: you can diff the generated architecture against the shipped app in the console — a built-in ground-truth 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00-prd.md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imperfect PRD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82112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9000" y="21945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brief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requirements; UNKNOWNs flagged (no KPI stated)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71032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interview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upsell policy + discount approval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59952" y="2743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06840" y="2194560"/>
            <a:ext cx="2560320" cy="2011680"/>
          </a:xfrm>
          <a:prstGeom prst="roundRect">
            <a:avLst>
              <a:gd name="adj" fmla="val 4091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2395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880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+ upsell + out-of-scope agents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526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 moment:  </a:t>
            </a:r>
            <a:pPr indent="0" marL="0">
              <a:buNone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stage 2 it stops and asks — it interviews before it builds. Stop the live run right here.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resources, emitted twice — one source of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runbook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building in the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CX Agent Studio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 → agents → tools → guardrails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fallbacks + human handoff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a human supplies secrets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cxas-scrapi config-as-code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542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CI/CD and version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pull/push directory tree (YAML)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Apps / Agents / Tools / Guardrails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cxas push  ·  cxas lint  (60+ rules)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cites its requirement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UI-built and CI/CD-built teams stay in sync from the same design.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5 cxas eval types — 100% requirement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Goldens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8745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conversations, expected outcomes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5877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Simulations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58775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personas incl. adversarial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0098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3009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I/O, including failure paths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14216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01421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401421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model + after-tool logic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27448"/>
            <a:ext cx="6766560" cy="603504"/>
          </a:xfrm>
          <a:prstGeom prst="roundRect">
            <a:avLst>
              <a:gd name="adj" fmla="val 13636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7274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Evals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47274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tool, grounded answer, no PII leak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1874520"/>
            <a:ext cx="3657600" cy="352044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0" y="2286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795528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eval coverage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83880" y="3977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tie to KPIs: tool-call accuracy ≥ 0.95, 0 PII/card leaks, latency ≤ budget.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bug becomes a permanent test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BUG-01  ·  the agent upsold during checkout (Turn Eval TE-02 failed)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1975104"/>
            <a:ext cx="10058400" cy="658368"/>
          </a:xfrm>
          <a:prstGeom prst="roundRect">
            <a:avLst>
              <a:gd name="adj" fmla="val 12500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97510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9751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turn → “Would you like potting soil too?”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17320" y="2816352"/>
            <a:ext cx="10058400" cy="658368"/>
          </a:xfrm>
          <a:prstGeom prst="roundRect">
            <a:avLst>
              <a:gd name="adj" fmla="val 12500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281635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81635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after_model suppressed upsell on complaints only — never on cart state.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941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3657600"/>
            <a:ext cx="10058400" cy="658368"/>
          </a:xfrm>
          <a:prstGeom prst="roundRect">
            <a:avLst>
              <a:gd name="adj" fmla="val 12500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45920" y="36576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65760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= complaint  →  complaint OR cart_state ∈ {checkout, payment}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35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17320" y="4498848"/>
            <a:ext cx="10058400" cy="658368"/>
          </a:xfrm>
          <a:prstGeom prst="roundRect">
            <a:avLst>
              <a:gd name="adj" fmla="val 12500"/>
            </a:avLst>
          </a:prstGeom>
          <a:solidFill>
            <a:srgbClr val="EAF7F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45920" y="449884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eval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449884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Turn Eval TE-02b: RED before → GREEN after. Coverage R4: 1 → 2.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targets the cause and generalizes — not a hard-coded test patch.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discipline, not a clever one-shot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5786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design → eval, with coverage as a number.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5786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route through tools; guardrails on every agent.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Self-auditing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2702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assessor scores the prompts — it even caught a bug in its own rubric.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lifecycle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2702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through debug/regression, not just generation.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caveats — say these, they build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BEE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are authored reference runs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19842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conform to the contracts and are QA’d, but aren’t a live transcript yet. Labeled as such.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64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31272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the scrapi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31272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names follow the docs; verify against your installed cxas-scrapi version. Smoke test on the roadmap.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2F6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074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2702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Ground-truth has a shelf life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42702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sample agent, Nov 2025” and eval names will drift — re-verify per release.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Builder  ·  github.com/srikanthpyaraka/cxas-prompt-pipeline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28632" y="448056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on a real PRD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→ point stage 1 at your PRD → answer the interview.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console runbook, cxas-scrapi config, and a runnable eval suite.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 agent and run stage 7 — you get a root cause and a regression test.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github.com/srikanthpyaraka/cxas-prompt-pipeline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166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 README → How to run  ·  Present:  docs/DEMO-RUNSHEET.md  ·  Review:  docs/REVIEW.md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CX Agent Builder — Demo</dc:title>
  <dc:subject>PptxGenJS Presentation</dc:subject>
  <dc:creator>CX Agent Builder</dc:creator>
  <cp:lastModifiedBy>CX Agent Builder</cp:lastModifiedBy>
  <cp:revision>1</cp:revision>
  <dcterms:created xsi:type="dcterms:W3CDTF">2026-07-06T02:14:41Z</dcterms:created>
  <dcterms:modified xsi:type="dcterms:W3CDTF">2026-07-06T02:14:41Z</dcterms:modified>
</cp:coreProperties>
</file>